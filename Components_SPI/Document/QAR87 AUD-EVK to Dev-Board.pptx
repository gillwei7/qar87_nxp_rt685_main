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12911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y Hsu (許展榕)" initials="RH(" lastIdx="1" clrIdx="0">
    <p:extLst>
      <p:ext uri="{19B8F6BF-5375-455C-9EA6-DF929625EA0E}">
        <p15:presenceInfo xmlns:p15="http://schemas.microsoft.com/office/powerpoint/2012/main" userId="S-1-5-21-1066561188-832979726-1851928258-882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147"/>
    <a:srgbClr val="4B8B31"/>
    <a:srgbClr val="F2F2F2"/>
    <a:srgbClr val="479C55"/>
    <a:srgbClr val="517D21"/>
    <a:srgbClr val="679E2A"/>
    <a:srgbClr val="287EDB"/>
    <a:srgbClr val="0096FF"/>
    <a:srgbClr val="DFE9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93BB06-D984-4199-9CAD-72DEE3DD84D3}" v="16" dt="2025-09-08T09:40:39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7" autoAdjust="0"/>
    <p:restoredTop sz="94697" autoAdjust="0"/>
  </p:normalViewPr>
  <p:slideViewPr>
    <p:cSldViewPr snapToGrid="0">
      <p:cViewPr varScale="1">
        <p:scale>
          <a:sx n="104" d="100"/>
          <a:sy n="104" d="100"/>
        </p:scale>
        <p:origin x="62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7CF23-F62F-41C4-9545-F0C0E732C2C9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42F87-A386-467F-9996-FB369566D3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41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" y="2225"/>
            <a:ext cx="12190332" cy="685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910462" y="3072128"/>
            <a:ext cx="10363200" cy="720080"/>
          </a:xfrm>
          <a:prstGeom prst="rect">
            <a:avLst/>
          </a:prstGeom>
        </p:spPr>
        <p:txBody>
          <a:bodyPr/>
          <a:lstStyle>
            <a:lvl1pPr algn="ctr">
              <a:defRPr lang="zh-TW" altLang="en-US" sz="4000" kern="1200" dirty="0"/>
            </a:lvl1pPr>
          </a:lstStyle>
          <a:p>
            <a:pPr lvl="0"/>
            <a:r>
              <a:rPr lang="zh-TW" altLang="en-US" dirty="0"/>
              <a:t>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824862" y="4224256"/>
            <a:ext cx="8534400" cy="45645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buFontTx/>
              <a:buNone/>
              <a:tabLst/>
              <a:defRPr lang="zh-TW" altLang="en-US" sz="1800" b="0" kern="1200" spc="50" dirty="0">
                <a:solidFill>
                  <a:srgbClr val="79BEE8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dirty="0"/>
              <a:t>簡報者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370401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1236" y="1412776"/>
            <a:ext cx="11078154" cy="501955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6" name="直線接點 5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3443579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247" y="3921076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247" y="2420889"/>
            <a:ext cx="10363200" cy="1500187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buFontTx/>
              <a:buNone/>
              <a:tabLst/>
              <a:defRPr kumimoji="1" lang="zh-TW" altLang="en-US" sz="1800" b="1" kern="1200" spc="50" dirty="0" smtClean="0">
                <a:solidFill>
                  <a:srgbClr val="79BEE8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565358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15" name="直線接點 14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601236" y="1268760"/>
            <a:ext cx="5543889" cy="51635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6272972" y="1268760"/>
            <a:ext cx="5543889" cy="51635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408098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601236" y="1268760"/>
            <a:ext cx="5543889" cy="51635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6272972" y="1268760"/>
            <a:ext cx="5543889" cy="51635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3567417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5" name="直線接點 4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0157497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8326169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816247"/>
            <a:ext cx="4011247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978300"/>
            <a:ext cx="4011247" cy="4475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4745623" y="797094"/>
            <a:ext cx="6845141" cy="565624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9697781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5009728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82190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576466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9128810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607367" y="1091116"/>
            <a:ext cx="11072022" cy="5362220"/>
          </a:xfrm>
          <a:prstGeom prst="rect">
            <a:avLst/>
          </a:prstGeom>
        </p:spPr>
        <p:txBody>
          <a:bodyPr vert="eaVert"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210817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10247" y="943002"/>
            <a:ext cx="2590800" cy="549984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607367" y="957943"/>
            <a:ext cx="8002954" cy="5495393"/>
          </a:xfrm>
          <a:prstGeom prst="rect">
            <a:avLst/>
          </a:prstGeom>
        </p:spPr>
        <p:txBody>
          <a:bodyPr vert="eaVert"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3661569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601236" y="1087379"/>
            <a:ext cx="5543889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6272972" y="1087379"/>
            <a:ext cx="5543889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441644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601236" y="182570"/>
            <a:ext cx="9482900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4496DC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8" name="直線接點 7"/>
          <p:cNvCxnSpPr/>
          <p:nvPr userDrawn="1"/>
        </p:nvCxnSpPr>
        <p:spPr bwMode="auto">
          <a:xfrm>
            <a:off x="689861" y="1091116"/>
            <a:ext cx="10989529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601236" y="1087379"/>
            <a:ext cx="5543889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內容版面配置區 2"/>
          <p:cNvSpPr>
            <a:spLocks noGrp="1"/>
          </p:cNvSpPr>
          <p:nvPr>
            <p:ph idx="13"/>
          </p:nvPr>
        </p:nvSpPr>
        <p:spPr>
          <a:xfrm>
            <a:off x="6272972" y="1087379"/>
            <a:ext cx="5543889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6790548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9968A9-2B7D-49FC-AC4C-2F459C58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DDA514-0355-4E73-9FB6-736FA3010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6AAFC2-7164-49BD-B8B8-E99D1BD7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52B3-F635-4F3D-BA36-65B19187B04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3C2B99-A164-4886-B356-9EC31E2A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57D11C-1A1F-4FA2-9B61-A08850C2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25FC-17AE-4504-B70D-BFF5E9D360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1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" y="397"/>
            <a:ext cx="12196830" cy="6857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43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200" b="1" dirty="0">
          <a:solidFill>
            <a:srgbClr val="404040"/>
          </a:solidFill>
          <a:latin typeface="+mn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accent2"/>
        </a:buClr>
        <a:buSzPct val="90000"/>
        <a:buBlip>
          <a:blip r:embed="rId17"/>
        </a:buBlip>
        <a:defRPr kumimoji="1" sz="2400" b="1">
          <a:solidFill>
            <a:schemeClr val="tx1"/>
          </a:solidFill>
          <a:latin typeface="+mn-lt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Blip>
          <a:blip r:embed="rId18"/>
        </a:buBlip>
        <a:defRPr kumimoji="1" sz="2000" b="1">
          <a:solidFill>
            <a:schemeClr val="tx1"/>
          </a:solidFill>
          <a:latin typeface="+mn-lt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3000"/>
        <a:buBlip>
          <a:blip r:embed="rId19"/>
        </a:buBlip>
        <a:defRPr kumimoji="1" b="1">
          <a:solidFill>
            <a:schemeClr val="tx1"/>
          </a:solidFill>
          <a:latin typeface="+mn-lt"/>
          <a:ea typeface="微軟正黑體" pitchFamily="34" charset="-120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1600">
          <a:solidFill>
            <a:schemeClr val="tx1"/>
          </a:solidFill>
          <a:latin typeface="+mn-lt"/>
          <a:ea typeface="微軟正黑體" pitchFamily="34" charset="-12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Blip>
          <a:blip r:embed="rId20"/>
        </a:buBlip>
        <a:defRPr kumimoji="1" sz="1400">
          <a:solidFill>
            <a:schemeClr val="tx1"/>
          </a:solidFill>
          <a:latin typeface="+mn-lt"/>
          <a:ea typeface="微軟正黑體" pitchFamily="34" charset="-120"/>
        </a:defRPr>
      </a:lvl5pPr>
      <a:lvl6pPr marL="2438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6pPr>
      <a:lvl7pPr marL="2895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7pPr>
      <a:lvl8pPr marL="3352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8pPr>
      <a:lvl9pPr marL="3810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A0047-761D-4FB6-B60B-18207D74E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QAR87 </a:t>
            </a:r>
            <a:r>
              <a:rPr lang="en-US" altLang="zh-TW" dirty="0"/>
              <a:t>AUD-EVK</a:t>
            </a:r>
            <a:r>
              <a:rPr lang="zh-TW" altLang="en-US" dirty="0"/>
              <a:t> </a:t>
            </a:r>
            <a:r>
              <a:rPr lang="en-US" altLang="zh-TW" dirty="0"/>
              <a:t>to Dev-Board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6874C8-2225-43F4-98FF-E14F395921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/>
              <a:t>Daryl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66973511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45E53A-2792-9770-621B-15407A04C93A}"/>
              </a:ext>
            </a:extLst>
          </p:cNvPr>
          <p:cNvSpPr/>
          <p:nvPr/>
        </p:nvSpPr>
        <p:spPr>
          <a:xfrm>
            <a:off x="379439" y="1138533"/>
            <a:ext cx="11280696" cy="170899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0" cap="none" spc="0" dirty="0">
                <a:ln w="0"/>
                <a:solidFill>
                  <a:schemeClr val="tx1"/>
                </a:solidFill>
                <a:latin typeface="+mn-ea"/>
              </a:rPr>
              <a:t>替換 </a:t>
            </a:r>
            <a:r>
              <a:rPr lang="en-US" altLang="zh-TW" sz="2400" b="0" cap="none" spc="0" dirty="0">
                <a:ln w="0"/>
                <a:solidFill>
                  <a:schemeClr val="tx1"/>
                </a:solidFill>
                <a:latin typeface="+mn-ea"/>
              </a:rPr>
              <a:t>./</a:t>
            </a:r>
            <a:r>
              <a:rPr lang="en-US" altLang="zh-TW" sz="2400" b="0" cap="none" spc="0" dirty="0" err="1">
                <a:ln w="0"/>
                <a:solidFill>
                  <a:schemeClr val="tx1"/>
                </a:solidFill>
                <a:latin typeface="+mn-ea"/>
              </a:rPr>
              <a:t>flash_config</a:t>
            </a:r>
            <a:r>
              <a:rPr lang="en-US" altLang="zh-TW" sz="2400" b="0" cap="none" spc="0" dirty="0">
                <a:ln w="0"/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zh-TW" sz="2400" b="0" cap="none" spc="0" dirty="0" err="1">
                <a:ln w="0"/>
                <a:solidFill>
                  <a:schemeClr val="tx1"/>
                </a:solidFill>
                <a:latin typeface="+mn-ea"/>
              </a:rPr>
              <a:t>flash_config.c</a:t>
            </a:r>
            <a:endParaRPr lang="en-US" altLang="zh-TW" sz="2400" b="0" cap="none" spc="0" dirty="0">
              <a:ln w="0"/>
              <a:solidFill>
                <a:schemeClr val="tx1"/>
              </a:solidFill>
              <a:latin typeface="+mn-ea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0" cap="none" spc="0" dirty="0">
                <a:ln w="0"/>
                <a:solidFill>
                  <a:schemeClr val="tx1"/>
                </a:solidFill>
                <a:latin typeface="+mn-ea"/>
              </a:rPr>
              <a:t>專案點右鍵到 屬性</a:t>
            </a:r>
            <a:r>
              <a:rPr lang="en-US" altLang="zh-TW" sz="2400" b="0" cap="none" spc="0" dirty="0">
                <a:ln w="0"/>
                <a:solidFill>
                  <a:schemeClr val="tx1"/>
                </a:solidFill>
                <a:latin typeface="+mn-ea"/>
              </a:rPr>
              <a:t>-&gt;C/C++ Build-&gt;MCU settings -&gt; [Flash] [QSPI FLASH] </a:t>
            </a:r>
            <a:r>
              <a:rPr lang="zh-TW" altLang="en-US" sz="2400" b="0" cap="none" spc="0" dirty="0">
                <a:ln w="0"/>
                <a:solidFill>
                  <a:schemeClr val="tx1"/>
                </a:solidFill>
                <a:latin typeface="+mn-ea"/>
              </a:rPr>
              <a:t>從</a:t>
            </a:r>
            <a:r>
              <a:rPr lang="en-US" altLang="zh-TW" sz="2400" b="0" cap="none" spc="0" dirty="0" err="1">
                <a:ln w="0"/>
                <a:solidFill>
                  <a:schemeClr val="tx1"/>
                </a:solidFill>
                <a:latin typeface="+mn-ea"/>
              </a:rPr>
              <a:t>FlexSPI_B_SFDP_QSPI.cfx</a:t>
            </a:r>
            <a:r>
              <a:rPr lang="en-US" altLang="zh-TW" sz="2400" b="0" cap="none" spc="0" dirty="0">
                <a:ln w="0"/>
                <a:solidFill>
                  <a:schemeClr val="tx1"/>
                </a:solidFill>
                <a:latin typeface="+mn-ea"/>
              </a:rPr>
              <a:t> </a:t>
            </a:r>
            <a:r>
              <a:rPr lang="zh-TW" altLang="en-US" sz="2400" b="0" cap="none" spc="0" dirty="0">
                <a:ln w="0"/>
                <a:solidFill>
                  <a:schemeClr val="tx1"/>
                </a:solidFill>
                <a:latin typeface="+mn-ea"/>
              </a:rPr>
              <a:t>改成 </a:t>
            </a:r>
            <a:r>
              <a:rPr lang="en-US" altLang="zh-TW" sz="2400" dirty="0" err="1">
                <a:ln w="0"/>
                <a:latin typeface="+mn-ea"/>
              </a:rPr>
              <a:t>FlexSPI_A_SFDP_QSPI.cfx</a:t>
            </a:r>
            <a:r>
              <a:rPr lang="en-US" altLang="zh-TW" sz="2400" dirty="0">
                <a:ln w="0"/>
                <a:latin typeface="+mn-ea"/>
              </a:rPr>
              <a:t> 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1D53E7-41B8-9691-B75A-3BDFBC37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085" y="2847527"/>
            <a:ext cx="9010636" cy="381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FD90CBCE-9E1D-96E0-D573-A1FC616C1903}"/>
              </a:ext>
            </a:extLst>
          </p:cNvPr>
          <p:cNvSpPr/>
          <p:nvPr/>
        </p:nvSpPr>
        <p:spPr bwMode="auto">
          <a:xfrm>
            <a:off x="1049185" y="3772655"/>
            <a:ext cx="866986" cy="148832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12B7CC1-893B-8870-9C25-7D513EE3F9A4}"/>
              </a:ext>
            </a:extLst>
          </p:cNvPr>
          <p:cNvSpPr/>
          <p:nvPr/>
        </p:nvSpPr>
        <p:spPr bwMode="auto">
          <a:xfrm>
            <a:off x="8241874" y="5173417"/>
            <a:ext cx="1497408" cy="331393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09937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_Quanta-1">
  <a:themeElements>
    <a:clrScheme name="自訂 3">
      <a:dk1>
        <a:srgbClr val="000000"/>
      </a:dk1>
      <a:lt1>
        <a:srgbClr val="80FFC1"/>
      </a:lt1>
      <a:dk2>
        <a:srgbClr val="008A84"/>
      </a:dk2>
      <a:lt2>
        <a:srgbClr val="FFFFFF"/>
      </a:lt2>
      <a:accent1>
        <a:srgbClr val="618FFD"/>
      </a:accent1>
      <a:accent2>
        <a:srgbClr val="FF0101"/>
      </a:accent2>
      <a:accent3>
        <a:srgbClr val="C0FFDD"/>
      </a:accent3>
      <a:accent4>
        <a:srgbClr val="000000"/>
      </a:accent4>
      <a:accent5>
        <a:srgbClr val="B7C6FE"/>
      </a:accent5>
      <a:accent6>
        <a:srgbClr val="E70101"/>
      </a:accent6>
      <a:hlink>
        <a:srgbClr val="0070C0"/>
      </a:hlink>
      <a:folHlink>
        <a:srgbClr val="008A84"/>
      </a:folHlink>
    </a:clrScheme>
    <a:fontScheme name="Quanta-1">
      <a:majorFont>
        <a:latin typeface="Arial"/>
        <a:ea typeface="AR MinchoL JIS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miter lim="800000"/>
          <a:headEnd type="none" w="sm" len="sm"/>
          <a:tailEnd type="arrow" w="sm" len="sm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itchFamily="34" charset="0"/>
            <a:ea typeface="新細明體" pitchFamily="18" charset="-12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miter lim="800000"/>
          <a:headEnd type="none" w="sm" len="sm"/>
          <a:tailEnd type="arrow" w="sm" len="sm"/>
        </a:ln>
        <a:effectLst/>
      </a:spPr>
      <a:bodyPr/>
      <a:lstStyle/>
    </a:lnDef>
  </a:objectDefaults>
  <a:extraClrSchemeLst>
    <a:extraClrScheme>
      <a:clrScheme name="Quanta-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nta-1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190720</TotalTime>
  <Words>59</Words>
  <Application>Microsoft Office PowerPoint</Application>
  <PresentationFormat>寬螢幕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微軟正黑體</vt:lpstr>
      <vt:lpstr>Arial</vt:lpstr>
      <vt:lpstr>Calibri</vt:lpstr>
      <vt:lpstr>Tahoma</vt:lpstr>
      <vt:lpstr>Trebuchet MS</vt:lpstr>
      <vt:lpstr>Wingdings</vt:lpstr>
      <vt:lpstr>2_Quanta-1</vt:lpstr>
      <vt:lpstr>QAR87 AUD-EVK to Dev-Board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Genie.Chen@quantatw.com</dc:creator>
  <cp:lastModifiedBy>Daryl Chung (鍾鎮鴻)</cp:lastModifiedBy>
  <cp:revision>1318</cp:revision>
  <dcterms:created xsi:type="dcterms:W3CDTF">2023-02-06T02:27:09Z</dcterms:created>
  <dcterms:modified xsi:type="dcterms:W3CDTF">2025-09-11T03:27:43Z</dcterms:modified>
</cp:coreProperties>
</file>